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17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97884-7FDB-BDB7-9DBE-88EFB4ADE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2BBCB-75A5-B2CD-F356-AD43FFCF4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CB3119-886D-1D90-73FE-338A796F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D2CAD-7B75-4227-AA21-633776B13241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24DE57-7C61-2154-2A1A-AC6D9DC8D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E34AD0-D458-12DC-7AF4-DAC42429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0BA07-4D47-49C4-8052-9C6F4E96B2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828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B47F4-0715-4BC8-6927-05987062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7AF726-1596-B342-5156-92E826AB0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70669F-2C6D-02D5-614E-76BD0288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D2CAD-7B75-4227-AA21-633776B13241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73F90E-6514-6588-36CA-945F493CD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8F998-4A87-4E7A-E10E-65EA5B71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0BA07-4D47-49C4-8052-9C6F4E96B2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159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B7A79-BE8E-761C-9701-BC9DA784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749DED-6199-49E9-9229-0EAC2770D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365452-9928-1CC0-B502-46B94530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D2CAD-7B75-4227-AA21-633776B13241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F8D331-8DD3-A292-9DD5-B078B408B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B53D3-E5CC-2E09-40FB-DC9037720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0BA07-4D47-49C4-8052-9C6F4E96B2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2460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31043-95CB-7ED6-CBCF-1D96346A1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202412-0371-865F-1253-4104B7F16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818A49-5459-19C7-0838-12A3B86D2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FAC04B-B41C-3B8C-6C23-B4FB799B1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D2CAD-7B75-4227-AA21-633776B13241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07E49E-69C9-86B7-4446-ACBB39AD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AB727B-F820-AE0D-3365-A61306E8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0BA07-4D47-49C4-8052-9C6F4E96B2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6525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8540E-5AC1-E8F9-6F1C-3A9696B42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BCA353-3882-0C7D-01E9-A152DE3B5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944818-B11C-CF1F-0CD5-ED773FACF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F690F6-0840-DD75-9096-8B1BBDFD5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EBFE00F-87E3-D465-008A-A4C63F50F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3EDC134-2845-CF3D-7E31-724B393D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D2CAD-7B75-4227-AA21-633776B13241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27CA529-38EB-7D74-FD6F-83343BD06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2E0817-C9EB-DED4-BC8A-595BE5C7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0BA07-4D47-49C4-8052-9C6F4E96B2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8610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3B6D6-373A-38F5-7FD2-B979D082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69AB188-2CA6-78F5-4284-E007C1E7A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D2CAD-7B75-4227-AA21-633776B13241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1BACB9E-4BEE-F889-047D-365654DE0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EE449F-B535-5BF6-F9CA-2DC8AC426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0BA07-4D47-49C4-8052-9C6F4E96B2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590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98BC369-5E9A-85E1-7C65-D0B4359B5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D2CAD-7B75-4227-AA21-633776B13241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C42E04B-C1BE-3C50-9938-8997B0326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DCCFAD-25E8-3A8A-145B-D1D2D79B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0BA07-4D47-49C4-8052-9C6F4E96B2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35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AA6BB-2EF6-D59B-8143-87155625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26B4CA-56E6-C5F5-30E6-83D21B0D3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BA9653-F640-31AD-79B7-C03532216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C0B218-3CF2-CCAA-5B8A-A5AAB1393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D2CAD-7B75-4227-AA21-633776B13241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D96A82-D0E9-F9C0-118A-69DB5F1E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2D3950-22FB-3F0D-7C69-CBF7B21B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0BA07-4D47-49C4-8052-9C6F4E96B2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668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E7BB6-8F1E-72FB-EFE5-4D5CBE668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50A9C6-15D6-B40E-012A-808181369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985BF5-9D91-1951-E381-E4226A596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174ED0-229C-FC30-6BBE-4D21E8A23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D2CAD-7B75-4227-AA21-633776B13241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E6E207-B5D8-CEB6-74BA-D6ED72C9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A13142-2599-FF80-A487-0E0233B0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0BA07-4D47-49C4-8052-9C6F4E96B2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5883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3D61A-7177-FA56-19AD-A52952321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CE0B8D-2E3F-F692-FADF-996F580F8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A6DD2C-6E27-1B04-56BA-61067A2C6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D2CAD-7B75-4227-AA21-633776B13241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2A2104-4713-EE0D-BED1-FC73EAEBA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62FAE8-CBA7-7FE5-65F7-C872534A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0BA07-4D47-49C4-8052-9C6F4E96B2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9989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9742E0-23BD-0411-AB50-14E4FF4E1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9A5B52-4BE1-2768-609E-5D7FFFAA1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07D5F7-2038-F01F-39A1-13101E9E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D2CAD-7B75-4227-AA21-633776B13241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7BDA4C-FA55-DF2B-0E7C-5B024640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D12081-F612-7D4D-8DB5-63746DF58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0BA07-4D47-49C4-8052-9C6F4E96B2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009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EC21E8-9DC7-53B5-0CAD-1B2BBD74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8B3B47-DF75-44D2-5EB4-A2D1F6C98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3885FF-089B-A0D4-A42E-14C84B017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D2CAD-7B75-4227-AA21-633776B13241}" type="datetimeFigureOut">
              <a:rPr lang="es-ES" smtClean="0"/>
              <a:t>17/03/2026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C8012D-949F-A951-128D-2CF2323D6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786B95-1E12-504F-3258-E2AD8A5AC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0BA07-4D47-49C4-8052-9C6F4E96B2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058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1">
            <a:extLst>
              <a:ext uri="{FF2B5EF4-FFF2-40B4-BE49-F238E27FC236}">
                <a16:creationId xmlns:a16="http://schemas.microsoft.com/office/drawing/2014/main" id="{B481C557-58C8-EBA2-C2B1-F84E24AAA3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29" r="30172"/>
          <a:stretch>
            <a:fillRect/>
          </a:stretch>
        </p:blipFill>
        <p:spPr bwMode="auto">
          <a:xfrm>
            <a:off x="2315845" y="-1917065"/>
            <a:ext cx="7560310" cy="10692130"/>
          </a:xfrm>
          <a:prstGeom prst="rect">
            <a:avLst/>
          </a:prstGeom>
          <a:noFill/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EAAF32E-BB8E-69C8-8AF2-4A4B4D7EF7B4}"/>
              </a:ext>
            </a:extLst>
          </p:cNvPr>
          <p:cNvSpPr/>
          <p:nvPr/>
        </p:nvSpPr>
        <p:spPr>
          <a:xfrm>
            <a:off x="2310581" y="-419099"/>
            <a:ext cx="7560000" cy="134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5B24EC3-EA5D-FF06-F5F9-1B3167BC6252}"/>
              </a:ext>
            </a:extLst>
          </p:cNvPr>
          <p:cNvSpPr/>
          <p:nvPr/>
        </p:nvSpPr>
        <p:spPr>
          <a:xfrm>
            <a:off x="2310581" y="7694383"/>
            <a:ext cx="7560000" cy="134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4749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E9FF3-6DF7-BDB6-F5BD-5246E622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1">
            <a:extLst>
              <a:ext uri="{FF2B5EF4-FFF2-40B4-BE49-F238E27FC236}">
                <a16:creationId xmlns:a16="http://schemas.microsoft.com/office/drawing/2014/main" id="{48CF74F6-4209-1ED1-D228-920655332F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29" r="30172"/>
          <a:stretch>
            <a:fillRect/>
          </a:stretch>
        </p:blipFill>
        <p:spPr bwMode="auto">
          <a:xfrm>
            <a:off x="2315845" y="-1917065"/>
            <a:ext cx="7560310" cy="10692130"/>
          </a:xfrm>
          <a:prstGeom prst="rect">
            <a:avLst/>
          </a:prstGeom>
          <a:noFill/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678ECA1F-A967-9A83-D657-D58A20427C29}"/>
              </a:ext>
            </a:extLst>
          </p:cNvPr>
          <p:cNvSpPr/>
          <p:nvPr/>
        </p:nvSpPr>
        <p:spPr>
          <a:xfrm>
            <a:off x="2310581" y="-419099"/>
            <a:ext cx="7560000" cy="134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AC684D2-1A18-F806-4BFE-AE9B6A12C67D}"/>
              </a:ext>
            </a:extLst>
          </p:cNvPr>
          <p:cNvSpPr/>
          <p:nvPr/>
        </p:nvSpPr>
        <p:spPr>
          <a:xfrm>
            <a:off x="2310581" y="7694383"/>
            <a:ext cx="7560000" cy="134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94935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Macías Guarasa Javier</dc:creator>
  <cp:lastModifiedBy>Macías Guarasa Javier</cp:lastModifiedBy>
  <cp:revision>1</cp:revision>
  <dcterms:created xsi:type="dcterms:W3CDTF">2026-03-17T19:39:39Z</dcterms:created>
  <dcterms:modified xsi:type="dcterms:W3CDTF">2026-03-17T19:52:54Z</dcterms:modified>
</cp:coreProperties>
</file>